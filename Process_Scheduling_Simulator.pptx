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1234440"/>
            <a:ext cx="4160520" cy="4160520"/>
          </a:xfrm>
          <a:prstGeom prst="roundRect">
            <a:avLst>
              <a:gd name="adj" fmla="val 2637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1234440"/>
            <a:ext cx="4160520" cy="365760"/>
          </a:xfrm>
          <a:prstGeom prst="roundRect">
            <a:avLst>
              <a:gd name="adj" fmla="val 3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16952" y="1353312"/>
            <a:ext cx="128016" cy="128016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5" name="Shape 3"/>
          <p:cNvSpPr/>
          <p:nvPr/>
        </p:nvSpPr>
        <p:spPr>
          <a:xfrm>
            <a:off x="7872984" y="1353312"/>
            <a:ext cx="128016" cy="128016"/>
          </a:xfrm>
          <a:prstGeom prst="ellipse">
            <a:avLst/>
          </a:prstGeom>
          <a:solidFill>
            <a:srgbClr val="F0AD4E"/>
          </a:solidFill>
          <a:ln/>
        </p:spPr>
      </p:sp>
      <p:sp>
        <p:nvSpPr>
          <p:cNvPr id="6" name="Shape 4"/>
          <p:cNvSpPr/>
          <p:nvPr/>
        </p:nvSpPr>
        <p:spPr>
          <a:xfrm>
            <a:off x="8129016" y="1353312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7452360" y="12344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 — scheduler.sim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08392" y="18013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./scheduler --load queue.txt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08392" y="218541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6 processes...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08392" y="256946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./scheduler --algo RR -q 4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08392" y="295351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Round Robin (q=4)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08392" y="3337560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| P2 | P3 | P4 | P1 | P3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08392" y="372160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Waiting Time : 6.33 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08392" y="410565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Turnaround   : 10.1 ms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08392" y="448970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os_project/review_1 --init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OPERATING SYSTEMS · MINI PROJECT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178308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Scheduling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Simulator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94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</a:t>
            </a:r>
            <a:pPr indent="0" marL="0">
              <a:buNone/>
            </a:pPr>
            <a:r>
              <a:rPr lang="en-US" sz="2200" b="1" i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Interface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1206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Presentation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9469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Gyathri. 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" y="52029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2510030213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94760" y="4892040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49469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931920" y="520293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2510030064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605272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6601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Tirumala Naidu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" y="591616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2510030380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94760" y="5605272"/>
            <a:ext cx="3063240" cy="594360"/>
          </a:xfrm>
          <a:prstGeom prst="roundRect">
            <a:avLst>
              <a:gd name="adj" fmla="val 923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56601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Satwik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931920" y="591616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2510030422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040880" cy="4434840"/>
          </a:xfrm>
          <a:prstGeom prst="roundRect">
            <a:avLst>
              <a:gd name="adj" fmla="val 20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6400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Scheduling Simulator with Shell Interface is a command-line based educational tool that models how an Operating System schedules processes on the CPU. Users interact through a custom shell where they can add processes, choose a scheduling algorithm, and instantly view the resulting execution order, Gantt chart, and performance metrics.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implements classical CPU scheduling algorithms — FCFS, SJF, Priority, and Round Robin — and computes waiting time, turnaround time, and response time for each configuration, allowing students to compare algorithms interactively rather than through static textbook examples.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818120" y="1600200"/>
            <a:ext cx="3794760" cy="132588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170992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509760" y="170992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3200400"/>
            <a:ext cx="3794760" cy="132588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331012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509760" y="331012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CLI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18120" y="4800600"/>
            <a:ext cx="3794760" cy="1325880"/>
          </a:xfrm>
          <a:prstGeom prst="roundRect">
            <a:avLst>
              <a:gd name="adj" fmla="val 6897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491032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509760" y="491032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find it difficult to understand how CPU scheduling algorithms behave in practice, since most academic tools only show final Gantt charts without an interactive, command-driven way to configure processes and immediately observe scheduling outcomes.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136392"/>
            <a:ext cx="502920" cy="50292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485" dirty="0"/>
          </a:p>
        </p:txBody>
      </p:sp>
      <p:sp>
        <p:nvSpPr>
          <p:cNvPr id="9" name="Text 7"/>
          <p:cNvSpPr/>
          <p:nvPr/>
        </p:nvSpPr>
        <p:spPr>
          <a:xfrm>
            <a:off x="1417320" y="30266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hands-on tool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4107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scheduling theory but rarely get to simulate it themselves.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28803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1928" y="3136392"/>
            <a:ext cx="502920" cy="50292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6949440" y="30266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 algorithms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34107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computing FCFS vs SJF vs RR for the same input is slow and error-prone.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736592"/>
            <a:ext cx="502920" cy="50292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485" dirty="0"/>
          </a:p>
        </p:txBody>
      </p:sp>
      <p:sp>
        <p:nvSpPr>
          <p:cNvPr id="19" name="Text 17"/>
          <p:cNvSpPr/>
          <p:nvPr/>
        </p:nvSpPr>
        <p:spPr>
          <a:xfrm>
            <a:off x="1417320" y="46268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shell-based control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50109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simulators use rigid GUIs instead of a flexible, script-friendly CLI.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448056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1928" y="4736592"/>
            <a:ext cx="502920" cy="50292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485" dirty="0"/>
          </a:p>
        </p:txBody>
      </p:sp>
      <p:sp>
        <p:nvSpPr>
          <p:cNvPr id="24" name="Text 22"/>
          <p:cNvSpPr/>
          <p:nvPr/>
        </p:nvSpPr>
        <p:spPr>
          <a:xfrm>
            <a:off x="6949440" y="46268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performance insight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0" y="50109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Waiting/turnaround/response times aren't shown side-by-side for analysis.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CURRENT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— Drawbacks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Textbook-style Gantt chart diagrams drawn by hand for a fixed, static example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GUI simulators built for a single algorithm at a time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Spreadsheet-based manual calculation of waiting/turnaround time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calculators that only accept fixed input formats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45720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5875">
            <a:solidFill>
              <a:srgbClr val="F851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DRAWBACKS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interactivity — users cannot add/edit processes on the fly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Single-algorithm focus makes side-by-side comparison impossible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manual calculations for waiting &amp; turnaround time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command-driven (shell) interface for scripting or automation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visualization of process state transitions over time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interactive shell where users type commands to create processes, pick a scheduling algorithm, and instantly see execution order, Gantt chart &amp; performance metrics.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2316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&gt;_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777240" y="3090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Shell CLI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 parser (add, run, list, clear, help) built for the simulator.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21945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242316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4x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4553712" y="3090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Algorithms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53712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FCFS, SJF (preemptive/non-preemptive), Priority, and Round Robin scheduling.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219456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242316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1620" dirty="0"/>
          </a:p>
        </p:txBody>
      </p:sp>
      <p:sp>
        <p:nvSpPr>
          <p:cNvPr id="18" name="Text 16"/>
          <p:cNvSpPr/>
          <p:nvPr/>
        </p:nvSpPr>
        <p:spPr>
          <a:xfrm>
            <a:off x="8330184" y="3090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Output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30184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timeline view of process execution directly in the terminal.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endParaRPr lang="en-US" sz="1620" dirty="0"/>
          </a:p>
        </p:txBody>
      </p:sp>
      <p:sp>
        <p:nvSpPr>
          <p:cNvPr id="23" name="Text 21"/>
          <p:cNvSpPr/>
          <p:nvPr/>
        </p:nvSpPr>
        <p:spPr>
          <a:xfrm>
            <a:off x="777240" y="5056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Engine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waiting time, turnaround time, and response time for every run.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25112" y="416052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438912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</a:t>
            </a:r>
            <a:endParaRPr lang="en-US" sz="1620" dirty="0"/>
          </a:p>
        </p:txBody>
      </p:sp>
      <p:sp>
        <p:nvSpPr>
          <p:cNvPr id="28" name="Text 26"/>
          <p:cNvSpPr/>
          <p:nvPr/>
        </p:nvSpPr>
        <p:spPr>
          <a:xfrm>
            <a:off x="4553712" y="5056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53712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core is decoupled from the shell, so new algorithms plug in easily.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01584" y="4160520"/>
            <a:ext cx="361188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0184" y="438912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0184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620" dirty="0"/>
          </a:p>
        </p:txBody>
      </p:sp>
      <p:sp>
        <p:nvSpPr>
          <p:cNvPr id="33" name="Text 31"/>
          <p:cNvSpPr/>
          <p:nvPr/>
        </p:nvSpPr>
        <p:spPr>
          <a:xfrm>
            <a:off x="8330184" y="5056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30184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handling for malformed commands and invalid process data.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3212" y="237744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" y="2505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2940" y="3090672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commands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(add / run / list)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64892" y="2377440"/>
            <a:ext cx="256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20924" y="237744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2364" y="2505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30652" y="3090672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 converts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PCB entries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32604" y="2377440"/>
            <a:ext cx="256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88636" y="237744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0076" y="2505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98364" y="3090672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PID, burst,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arrival, priority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00316" y="2377440"/>
            <a:ext cx="256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56348" y="237744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7788" y="2505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66076" y="3090672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selected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(FCFS/SJF/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Priority/RR)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368028" y="2377440"/>
            <a:ext cx="2560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24060" y="2377440"/>
            <a:ext cx="2011680" cy="1508760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15500" y="2505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33788" y="3090672"/>
            <a:ext cx="1792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+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 / TAT / RT report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53212" y="4389120"/>
            <a:ext cx="11082528" cy="822960"/>
          </a:xfrm>
          <a:prstGeom prst="roundRect">
            <a:avLst>
              <a:gd name="adj" fmla="val 11111"/>
            </a:avLst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" y="4389120"/>
            <a:ext cx="10533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runs an interactive read–evaluate–print loop: after each command's output, control returns to the prompt so users can add processes, switch algorithms, or re-run the simulation.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CORE ALGORITHMS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Algorithms Implemented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7452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Come First Serve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974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Non-preemptive; processes are executed strictly in order of arrival. Simple but can cause the convoy effect.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2024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202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SJF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438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Job First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73952" y="26974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process with the smallest burst time next (preemptive or non-preemptive); minimizes average waiting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6052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7452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9377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process with the highest priority first; supports preemption and aging to avoid starvation.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6052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16052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4380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73952" y="49377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a fixed time quantum in cyclic order — fair and ideal for time-sharing systems.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SYSTEM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HW</a:t>
            </a:r>
            <a:endParaRPr lang="en-US" sz="1485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3172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i3 / AMD Ryzen 3 or higher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172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31720" y="317296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minimum (8 GB recommended)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7398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31720" y="37398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 free disk space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43068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31720" y="430682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1366 × 768 resolution or higher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919472"/>
            <a:ext cx="4800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5663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developer laptop/desktop is sufficient — no specialized hardware needed.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64592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5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</a:t>
            </a:r>
            <a:endParaRPr lang="en-US" sz="1485" dirty="0"/>
          </a:p>
        </p:txBody>
      </p:sp>
      <p:sp>
        <p:nvSpPr>
          <p:cNvPr id="21" name="Text 19"/>
          <p:cNvSpPr/>
          <p:nvPr/>
        </p:nvSpPr>
        <p:spPr>
          <a:xfrm>
            <a:off x="7132320" y="1920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Linux, or macOS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31363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66760" y="3136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 / Python (implementation)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36667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/ Runtime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66760" y="3666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/ Python 3.x interpreter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419709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/ IDE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66760" y="41970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Code::Blocks, or terminal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47274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66760" y="4727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source management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optional GUI layer (Tkinter/Web) alongside the shell for visual learners.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92024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MLQ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4553712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Algorithms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53712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Multilevel Queue, Multilevel Feedback Queue, and real-time scheduling.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192024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8330184" y="2606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Multi-threading Support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0184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multi-core CPUs and parallel process execution scenarios.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1620" dirty="0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Analytics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Gantt charts and metrics as CSV/PDF reports for deeper analysis.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840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06908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620" dirty="0"/>
          </a:p>
        </p:txBody>
      </p:sp>
      <p:sp>
        <p:nvSpPr>
          <p:cNvPr id="27" name="Text 25"/>
          <p:cNvSpPr/>
          <p:nvPr/>
        </p:nvSpPr>
        <p:spPr>
          <a:xfrm>
            <a:off x="4553712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Scheduling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53712" y="5074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ML-based prediction of burst times for smarter scheduling decisions.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8404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0184" y="4069080"/>
            <a:ext cx="548640" cy="548640"/>
          </a:xfrm>
          <a:prstGeom prst="ellipse">
            <a:avLst/>
          </a:prstGeom>
          <a:solidFill>
            <a:srgbClr val="1C2333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1620" dirty="0"/>
          </a:p>
        </p:txBody>
      </p:sp>
      <p:sp>
        <p:nvSpPr>
          <p:cNvPr id="32" name="Text 30"/>
          <p:cNvSpPr/>
          <p:nvPr/>
        </p:nvSpPr>
        <p:spPr>
          <a:xfrm>
            <a:off x="8330184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Shell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0184" y="5074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the CLI to a browser-based terminal for easy access without installation.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916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Silberschatz, P. B. Galvin, and G. Gagne, “Operating System Concepts,” 10th ed., Wiley, 2018.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688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46888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Stallings, “Operating Systems: Internals and Design Principles,” 9th ed., Pearson, 2018.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2461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24612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GeeksforGeeks, “CPU Scheduling in Operating Systems,” geeksforgeeks.org/cpu-scheduling-in-operating-systems.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0233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02336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Tutorialspoint, “Operating System - Process Scheduling,” tutorialspoint.com/operating_system.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8006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Project, “Bash Reference Manual,” gnu.org/software/bash/manual — for shell interface design.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55778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557784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Foundation, “cmd — Support for line-oriented command interpreters,” docs.python.org.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Scheduling Simulator with Shell Interface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"Thank you!"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B94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</a:t>
            </a:r>
            <a:pPr indent="0" marL="0">
              <a:buNone/>
            </a:pPr>
            <a:r>
              <a:rPr lang="en-US" sz="2000" b="1" i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6692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803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Gyathri. 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28803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2510030213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576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36576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2510030064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348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Tirumala Naidu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44348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2510030380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1208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Satwik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52120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2510030422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2286000"/>
            <a:ext cx="4663440" cy="3246120"/>
          </a:xfrm>
          <a:prstGeom prst="roundRect">
            <a:avLst>
              <a:gd name="adj" fmla="val 3380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2286000"/>
            <a:ext cx="4663440" cy="365760"/>
          </a:xfrm>
          <a:prstGeom prst="roundRect">
            <a:avLst>
              <a:gd name="adj" fmla="val 3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4032" y="2404872"/>
            <a:ext cx="128016" cy="128016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2" name="Shape 20"/>
          <p:cNvSpPr/>
          <p:nvPr/>
        </p:nvSpPr>
        <p:spPr>
          <a:xfrm>
            <a:off x="7370064" y="2404872"/>
            <a:ext cx="128016" cy="128016"/>
          </a:xfrm>
          <a:prstGeom prst="ellipse">
            <a:avLst/>
          </a:prstGeom>
          <a:solidFill>
            <a:srgbClr val="F0AD4E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6096" y="2404872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7205472" y="2852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./scheduler --summary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05472" y="3273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Algorithms   : FCFS, SJF, Priority, RR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05472" y="36941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   : Interactive Shell (CLI)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05472" y="4114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     : WT / TAT / Response Time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05472" y="45354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      : Review 1 — Complete 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05472" y="4956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2026-08-07T18:56:35Z</dcterms:created>
  <dcterms:modified xsi:type="dcterms:W3CDTF">2026-08-07T18:56:35Z</dcterms:modified>
</cp:coreProperties>
</file>